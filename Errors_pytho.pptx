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099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ERRORS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72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In Python, errors are broadly classified into </a:t>
            </a:r>
            <a:r>
              <a:rPr lang="en-US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two categories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</a:p>
          <a:p>
            <a:pPr marL="0" indent="0">
              <a:buNone/>
            </a:pPr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</a:pPr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Syntax Errors</a:t>
            </a: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 (detected before program runs)</a:t>
            </a:r>
          </a:p>
          <a:p>
            <a:r>
              <a:rPr lang="en-US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Exceptions</a:t>
            </a: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 (runtime errors that occur during execution)</a:t>
            </a:r>
          </a:p>
          <a:p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606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Syntax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These occur when Python’s parser cannot understand the code (invalid syntax).</a:t>
            </a:r>
            <a:b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They </a:t>
            </a: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prevent the program from running at 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657600"/>
            <a:ext cx="3962400" cy="25029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if </a:t>
            </a:r>
            <a:r>
              <a:rPr lang="en-US" dirty="0">
                <a:solidFill>
                  <a:schemeClr val="tx1"/>
                </a:solidFill>
              </a:rPr>
              <a:t>True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   print("Hello")</a:t>
            </a:r>
          </a:p>
        </p:txBody>
      </p:sp>
      <p:sp>
        <p:nvSpPr>
          <p:cNvPr id="6" name="Snip Diagonal Corner Rectangle 5"/>
          <p:cNvSpPr/>
          <p:nvPr/>
        </p:nvSpPr>
        <p:spPr>
          <a:xfrm>
            <a:off x="6324600" y="4648200"/>
            <a:ext cx="2667000" cy="1219200"/>
          </a:xfrm>
          <a:prstGeom prst="snip2Diag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SyntaxError</a:t>
            </a:r>
            <a:r>
              <a:rPr lang="en-US" dirty="0">
                <a:solidFill>
                  <a:schemeClr val="tx1"/>
                </a:solidFill>
              </a:rPr>
              <a:t>: expected ':'</a:t>
            </a:r>
          </a:p>
        </p:txBody>
      </p:sp>
      <p:cxnSp>
        <p:nvCxnSpPr>
          <p:cNvPr id="8" name="Straight Arrow Connector 7"/>
          <p:cNvCxnSpPr>
            <a:endCxn id="6" idx="2"/>
          </p:cNvCxnSpPr>
          <p:nvPr/>
        </p:nvCxnSpPr>
        <p:spPr>
          <a:xfrm flipV="1">
            <a:off x="4724400" y="5257800"/>
            <a:ext cx="16002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939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Exceptions (Runtime Errors)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838200"/>
            <a:ext cx="9067800" cy="5867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These occur while the program is running.</a:t>
            </a:r>
          </a:p>
          <a:p>
            <a:pPr marL="0" indent="0">
              <a:buNone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/>
            </a:r>
            <a:b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Python has many </a:t>
            </a:r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built-in exception types: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Name Error: </a:t>
            </a:r>
            <a:r>
              <a:rPr lang="en-US" sz="16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Occurs 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when you try to use a variable that is not defined</a:t>
            </a:r>
            <a:r>
              <a:rPr lang="en-US" sz="16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Type Error: </a:t>
            </a:r>
            <a:r>
              <a:rPr lang="en-US" sz="1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Happens 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when an operation is applied to an object of inappropriate type.</a:t>
            </a:r>
            <a:endParaRPr lang="en-US" sz="16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Value Error: </a:t>
            </a:r>
            <a:r>
              <a:rPr lang="en-US" sz="1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Raised 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when a function gets the right type of argument but an invalid value.</a:t>
            </a:r>
            <a:endParaRPr lang="en-US" sz="16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Index Error: </a:t>
            </a:r>
            <a:r>
              <a:rPr lang="en-US" sz="16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Occurs 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when you access an index that is out of range.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Key Error: </a:t>
            </a:r>
            <a:r>
              <a:rPr lang="en-US" sz="16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Raised 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when a key is not found in a dictionary.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Attribute Error: </a:t>
            </a:r>
            <a:r>
              <a:rPr lang="en-US" sz="16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Occurs 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when an invalid attribute reference is made.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ZeroDivision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Error: </a:t>
            </a:r>
            <a:r>
              <a:rPr lang="en-US" sz="16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Raised 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when dividing by zero.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Import Error </a:t>
            </a:r>
            <a:r>
              <a:rPr lang="en-US" sz="16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/ </a:t>
            </a:r>
            <a:r>
              <a:rPr lang="en-US" sz="16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ModuleNotFoundError</a:t>
            </a: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: </a:t>
            </a:r>
            <a:r>
              <a:rPr lang="en-US" sz="16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Occurs 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when an import statement fails.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Indentation Error: </a:t>
            </a:r>
            <a:r>
              <a:rPr lang="en-US" sz="16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Raised 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when indentation (spaces/tabs) is not correct.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Runtime Error: </a:t>
            </a:r>
            <a:r>
              <a:rPr lang="en-US" sz="16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General 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error raised when something unexpected happens but doesn’t fit into other categories.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40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</a:pPr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570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69</Words>
  <Application>Microsoft Office PowerPoint</Application>
  <PresentationFormat>On-screen Show (4:3)</PresentationFormat>
  <Paragraphs>28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ERRORS</vt:lpstr>
      <vt:lpstr>  </vt:lpstr>
      <vt:lpstr>Syntax Errors</vt:lpstr>
      <vt:lpstr>Exceptions (Runtime Errors)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ERRORS</dc:title>
  <dc:creator>SAI</dc:creator>
  <cp:lastModifiedBy>Windows User</cp:lastModifiedBy>
  <cp:revision>20</cp:revision>
  <dcterms:created xsi:type="dcterms:W3CDTF">2006-08-16T00:00:00Z</dcterms:created>
  <dcterms:modified xsi:type="dcterms:W3CDTF">2025-09-24T08:16:27Z</dcterms:modified>
</cp:coreProperties>
</file>