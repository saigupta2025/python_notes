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6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1099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FILE HANDLING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591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module, package, Library 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Module: A module is a just single python file (.</a:t>
            </a:r>
            <a:r>
              <a:rPr lang="en-US" dirty="0" err="1" smtClean="0"/>
              <a:t>py</a:t>
            </a:r>
            <a:r>
              <a:rPr lang="en-US" dirty="0" smtClean="0"/>
              <a:t>) that contains functions, classes, variables.</a:t>
            </a:r>
          </a:p>
          <a:p>
            <a:r>
              <a:rPr lang="en-US" dirty="0" smtClean="0"/>
              <a:t>Package : collection of modules organized in a folder that contains an (__init__.py)</a:t>
            </a:r>
          </a:p>
          <a:p>
            <a:endParaRPr lang="en-US" dirty="0" smtClean="0"/>
          </a:p>
          <a:p>
            <a:r>
              <a:rPr lang="en-US" dirty="0" smtClean="0"/>
              <a:t>Library: collection of packages;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143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1026" name="Picture 2" descr="C:\Users\SAI\Desktop\python-packages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79869" cy="601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73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File Handling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686800" cy="52578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File handling in Python means reading from and writing to files stored on your computer (like .txt, .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csv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.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json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etc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.)</a:t>
            </a:r>
          </a:p>
          <a:p>
            <a:pPr mar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It helps your program store data permanently, even after the program stops running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For example: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You can save user data in a file.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You can read input from a file instead of typing it manually.</a:t>
            </a:r>
          </a:p>
          <a:p>
            <a:pPr>
              <a:buFont typeface="Wingdings" pitchFamily="2" charset="2"/>
              <a:buChar char="Ø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3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There are mainly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two types of files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1. Text files (.txt)</a:t>
            </a:r>
          </a:p>
          <a:p>
            <a:pPr marL="0" indent="0">
              <a:buNone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2. Binary files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3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Text files (.txt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Store data as </a:t>
            </a:r>
            <a:r>
              <a:rPr lang="en-US" b="1" dirty="0"/>
              <a:t>plain text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ex.:  xyz.txt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3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>
                <a:latin typeface="Times New Roman" pitchFamily="18" charset="0"/>
                <a:cs typeface="Times New Roman" pitchFamily="18" charset="0"/>
              </a:rPr>
              <a:t>Binary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files: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Store data in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binary (0s and 1s)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format.</a:t>
            </a:r>
          </a:p>
          <a:p>
            <a:pPr marL="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Not readable by humans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Ex: images, video files, audio files;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30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File Handling </a:t>
            </a:r>
            <a:r>
              <a:rPr lang="en-US" b="1" dirty="0" smtClean="0"/>
              <a:t>Steps: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Open</a:t>
            </a:r>
            <a:r>
              <a:rPr lang="en-US" dirty="0"/>
              <a:t> the </a:t>
            </a:r>
            <a:r>
              <a:rPr lang="en-US" dirty="0" smtClean="0"/>
              <a:t>file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Read</a:t>
            </a:r>
            <a:r>
              <a:rPr lang="en-US" dirty="0"/>
              <a:t> or </a:t>
            </a:r>
            <a:r>
              <a:rPr lang="en-US" b="1" dirty="0"/>
              <a:t>Write</a:t>
            </a:r>
            <a:r>
              <a:rPr lang="en-US" dirty="0"/>
              <a:t>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Close</a:t>
            </a:r>
            <a:r>
              <a:rPr lang="en-US" dirty="0"/>
              <a:t> the file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30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Opening a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Python, you use the built-in </a:t>
            </a:r>
            <a:r>
              <a:rPr lang="en-US" b="1" dirty="0"/>
              <a:t>open()</a:t>
            </a:r>
            <a:r>
              <a:rPr lang="en-US" dirty="0"/>
              <a:t> </a:t>
            </a:r>
            <a:r>
              <a:rPr lang="en-US" dirty="0" smtClean="0"/>
              <a:t>function</a:t>
            </a:r>
          </a:p>
          <a:p>
            <a:r>
              <a:rPr lang="en-US" dirty="0" smtClean="0"/>
              <a:t>Syntax:  f = open(filename, </a:t>
            </a:r>
            <a:r>
              <a:rPr lang="en-US" b="1" dirty="0" smtClean="0"/>
              <a:t>mode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30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modes</a:t>
            </a:r>
            <a:endParaRPr lang="en-US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6966881"/>
              </p:ext>
            </p:extLst>
          </p:nvPr>
        </p:nvGraphicFramePr>
        <p:xfrm>
          <a:off x="228600" y="1143000"/>
          <a:ext cx="8229600" cy="54051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'r'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Opens file for reading (default). Error if file doesn’t exist.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'w'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Write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Opens file for writing. Creates a new file or overwrites existing one.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'a'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Append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Opens file for writing. Adds new data at the end of the file.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'x'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Create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Creates a new file. Gives error if file already exists.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'r+'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Read + Write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Opens file for reading and writing.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'b'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Binary mode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with binary files (e.g., '</a:t>
                      </a:r>
                      <a:r>
                        <a:rPr lang="en-US" dirty="0" err="1"/>
                        <a:t>rb</a:t>
                      </a:r>
                      <a:r>
                        <a:rPr lang="en-US" dirty="0"/>
                        <a:t>', '</a:t>
                      </a:r>
                      <a:r>
                        <a:rPr lang="en-US" dirty="0" err="1"/>
                        <a:t>wb</a:t>
                      </a:r>
                      <a:r>
                        <a:rPr lang="en-US" dirty="0"/>
                        <a:t>').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730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to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file </a:t>
            </a:r>
            <a:r>
              <a:rPr lang="en-US" dirty="0"/>
              <a:t>= open("example.txt", "w")</a:t>
            </a:r>
          </a:p>
          <a:p>
            <a:pPr marL="0" indent="0">
              <a:buNone/>
            </a:pPr>
            <a:r>
              <a:rPr lang="en-US" dirty="0" err="1"/>
              <a:t>file.write</a:t>
            </a:r>
            <a:r>
              <a:rPr lang="en-US" dirty="0"/>
              <a:t>("Hello, this is Python file handling!\n")</a:t>
            </a:r>
          </a:p>
          <a:p>
            <a:pPr marL="0" indent="0">
              <a:buNone/>
            </a:pPr>
            <a:r>
              <a:rPr lang="en-US" dirty="0" err="1"/>
              <a:t>file.write</a:t>
            </a:r>
            <a:r>
              <a:rPr lang="en-US" dirty="0"/>
              <a:t>("We are writing data into a file.")</a:t>
            </a:r>
          </a:p>
          <a:p>
            <a:pPr marL="0" indent="0">
              <a:buNone/>
            </a:pPr>
            <a:r>
              <a:rPr lang="en-US" dirty="0" err="1"/>
              <a:t>file.close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30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 from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file </a:t>
            </a:r>
            <a:r>
              <a:rPr lang="en-US" dirty="0"/>
              <a:t>= open("example.txt", "r")</a:t>
            </a:r>
          </a:p>
          <a:p>
            <a:pPr marL="0" indent="0">
              <a:buNone/>
            </a:pPr>
            <a:r>
              <a:rPr lang="en-US" dirty="0"/>
              <a:t>content = </a:t>
            </a:r>
            <a:r>
              <a:rPr lang="en-US" dirty="0" err="1"/>
              <a:t>file.read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print(content)</a:t>
            </a:r>
          </a:p>
          <a:p>
            <a:pPr marL="0" indent="0">
              <a:buNone/>
            </a:pPr>
            <a:r>
              <a:rPr lang="en-US" dirty="0" err="1"/>
              <a:t>file.close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30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 to 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file = open("example.txt", "a")</a:t>
            </a:r>
          </a:p>
          <a:p>
            <a:pPr marL="0" indent="0">
              <a:buNone/>
            </a:pPr>
            <a:r>
              <a:rPr lang="en-US" dirty="0" err="1"/>
              <a:t>file.write</a:t>
            </a:r>
            <a:r>
              <a:rPr lang="en-US" dirty="0"/>
              <a:t>("\</a:t>
            </a:r>
            <a:r>
              <a:rPr lang="en-US" dirty="0" err="1"/>
              <a:t>nNow</a:t>
            </a:r>
            <a:r>
              <a:rPr lang="en-US" dirty="0"/>
              <a:t> we are appending new data!")</a:t>
            </a:r>
          </a:p>
          <a:p>
            <a:pPr marL="0" indent="0">
              <a:buNone/>
            </a:pPr>
            <a:r>
              <a:rPr lang="en-US" dirty="0" err="1"/>
              <a:t>file.close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30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Various properties of file object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/>
          <a:lstStyle/>
          <a:p>
            <a:r>
              <a:rPr lang="en-US" dirty="0" smtClean="0"/>
              <a:t>Name: name of a opened file;</a:t>
            </a:r>
          </a:p>
          <a:p>
            <a:r>
              <a:rPr lang="en-US" dirty="0" err="1" smtClean="0"/>
              <a:t>Mode:mode</a:t>
            </a:r>
            <a:r>
              <a:rPr lang="en-US" dirty="0" smtClean="0"/>
              <a:t> in which the file is opened;</a:t>
            </a:r>
          </a:p>
          <a:p>
            <a:r>
              <a:rPr lang="en-US" dirty="0" smtClean="0"/>
              <a:t>Closed: returns the </a:t>
            </a:r>
            <a:r>
              <a:rPr lang="en-US" dirty="0" err="1" smtClean="0"/>
              <a:t>boolean</a:t>
            </a:r>
            <a:r>
              <a:rPr lang="en-US" dirty="0" smtClean="0"/>
              <a:t> value indicates the file is closed or not</a:t>
            </a:r>
          </a:p>
          <a:p>
            <a:r>
              <a:rPr lang="en-US" dirty="0" smtClean="0"/>
              <a:t>Readable():</a:t>
            </a:r>
            <a:r>
              <a:rPr lang="en-US" dirty="0"/>
              <a:t> returns the </a:t>
            </a:r>
            <a:r>
              <a:rPr lang="en-US" dirty="0" err="1"/>
              <a:t>boolean</a:t>
            </a:r>
            <a:r>
              <a:rPr lang="en-US" dirty="0"/>
              <a:t> value indicates the </a:t>
            </a:r>
            <a:r>
              <a:rPr lang="en-US" dirty="0" smtClean="0"/>
              <a:t>whether file is readable or not; </a:t>
            </a:r>
          </a:p>
          <a:p>
            <a:r>
              <a:rPr lang="en-US" dirty="0" smtClean="0"/>
              <a:t>Writable():</a:t>
            </a:r>
            <a:r>
              <a:rPr lang="en-US" dirty="0"/>
              <a:t> returns the </a:t>
            </a:r>
            <a:r>
              <a:rPr lang="en-US" dirty="0" err="1"/>
              <a:t>boolean</a:t>
            </a:r>
            <a:r>
              <a:rPr lang="en-US" dirty="0"/>
              <a:t> value indicates the whether file is </a:t>
            </a:r>
            <a:r>
              <a:rPr lang="en-US" dirty="0" smtClean="0"/>
              <a:t>writable or </a:t>
            </a:r>
            <a:r>
              <a:rPr lang="en-US" dirty="0"/>
              <a:t>not; </a:t>
            </a:r>
          </a:p>
        </p:txBody>
      </p:sp>
    </p:spTree>
    <p:extLst>
      <p:ext uri="{BB962C8B-B14F-4D97-AF65-F5344CB8AC3E}">
        <p14:creationId xmlns:p14="http://schemas.microsoft.com/office/powerpoint/2010/main" val="78730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f= open("cse_class.txt", "w")</a:t>
            </a:r>
          </a:p>
          <a:p>
            <a:pPr marL="0" indent="0">
              <a:buNone/>
            </a:pPr>
            <a:r>
              <a:rPr lang="en-US" dirty="0"/>
              <a:t>print("file name ::", f.name)</a:t>
            </a:r>
          </a:p>
          <a:p>
            <a:pPr marL="0" indent="0">
              <a:buNone/>
            </a:pPr>
            <a:r>
              <a:rPr lang="en-US" dirty="0"/>
              <a:t>print("file mode ::", </a:t>
            </a:r>
            <a:r>
              <a:rPr lang="en-US" dirty="0" err="1"/>
              <a:t>f.mode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print("is file readable ::", </a:t>
            </a:r>
            <a:r>
              <a:rPr lang="en-US" dirty="0" err="1"/>
              <a:t>f.readable</a:t>
            </a:r>
            <a:r>
              <a:rPr lang="en-US" dirty="0"/>
              <a:t>())</a:t>
            </a:r>
          </a:p>
          <a:p>
            <a:pPr marL="0" indent="0">
              <a:buNone/>
            </a:pPr>
            <a:r>
              <a:rPr lang="en-US" dirty="0"/>
              <a:t>print("is file writable ::", </a:t>
            </a:r>
            <a:r>
              <a:rPr lang="en-US" dirty="0" err="1"/>
              <a:t>f.writable</a:t>
            </a:r>
            <a:r>
              <a:rPr lang="en-US" dirty="0"/>
              <a:t>())</a:t>
            </a:r>
          </a:p>
          <a:p>
            <a:pPr marL="0" indent="0">
              <a:buNone/>
            </a:pPr>
            <a:r>
              <a:rPr lang="en-US" dirty="0"/>
              <a:t>print("is file closed ::", </a:t>
            </a:r>
            <a:r>
              <a:rPr lang="en-US" dirty="0" err="1"/>
              <a:t>f.closed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f.close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print("is file closed ::", </a:t>
            </a:r>
            <a:r>
              <a:rPr lang="en-US" dirty="0" err="1"/>
              <a:t>f.closed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30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Reading character data from text files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Read(): total data</a:t>
            </a:r>
          </a:p>
          <a:p>
            <a:r>
              <a:rPr lang="en-US" dirty="0" smtClean="0"/>
              <a:t>Read(n): “n” characters from file</a:t>
            </a:r>
          </a:p>
          <a:p>
            <a:r>
              <a:rPr lang="en-US" dirty="0" err="1" smtClean="0"/>
              <a:t>Readline</a:t>
            </a:r>
            <a:r>
              <a:rPr lang="en-US" dirty="0" smtClean="0"/>
              <a:t>() : only one line</a:t>
            </a:r>
          </a:p>
          <a:p>
            <a:r>
              <a:rPr lang="en-US" dirty="0" err="1" smtClean="0"/>
              <a:t>Readlines</a:t>
            </a:r>
            <a:r>
              <a:rPr lang="en-US" dirty="0" smtClean="0"/>
              <a:t>(): all lines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47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file = open("sample.txt", "r")</a:t>
            </a:r>
          </a:p>
          <a:p>
            <a:pPr marL="0" indent="0">
              <a:buNone/>
            </a:pPr>
            <a:r>
              <a:rPr lang="en-US" dirty="0"/>
              <a:t>data = </a:t>
            </a:r>
            <a:r>
              <a:rPr lang="en-US" dirty="0" err="1"/>
              <a:t>file.read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print(data)</a:t>
            </a:r>
          </a:p>
          <a:p>
            <a:pPr marL="0" indent="0">
              <a:buNone/>
            </a:pPr>
            <a:r>
              <a:rPr lang="en-US" dirty="0" err="1"/>
              <a:t>file.close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943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Read(n)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file = open("sample.txt", "r")</a:t>
            </a:r>
          </a:p>
          <a:p>
            <a:pPr marL="0" indent="0">
              <a:buNone/>
            </a:pPr>
            <a:r>
              <a:rPr lang="en-US" dirty="0"/>
              <a:t>data = </a:t>
            </a:r>
            <a:r>
              <a:rPr lang="en-US" dirty="0" err="1"/>
              <a:t>file.read</a:t>
            </a:r>
            <a:r>
              <a:rPr lang="en-US" dirty="0"/>
              <a:t>(10)</a:t>
            </a:r>
          </a:p>
          <a:p>
            <a:pPr marL="0" indent="0">
              <a:buNone/>
            </a:pPr>
            <a:r>
              <a:rPr lang="en-US" dirty="0"/>
              <a:t>print(data)</a:t>
            </a:r>
          </a:p>
          <a:p>
            <a:pPr marL="0" indent="0">
              <a:buNone/>
            </a:pPr>
            <a:r>
              <a:rPr lang="en-US" dirty="0" err="1"/>
              <a:t>file.close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9436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Readline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file = open("sample.txt", "r")</a:t>
            </a:r>
          </a:p>
          <a:p>
            <a:r>
              <a:rPr lang="en-US" dirty="0"/>
              <a:t>line1 = </a:t>
            </a:r>
            <a:r>
              <a:rPr lang="en-US" dirty="0" err="1"/>
              <a:t>file.readline</a:t>
            </a:r>
            <a:r>
              <a:rPr lang="en-US" dirty="0"/>
              <a:t>()</a:t>
            </a:r>
          </a:p>
          <a:p>
            <a:r>
              <a:rPr lang="en-US" dirty="0"/>
              <a:t>print("Line 1:", line1.strip())</a:t>
            </a:r>
          </a:p>
          <a:p>
            <a:endParaRPr lang="en-US" dirty="0"/>
          </a:p>
          <a:p>
            <a:r>
              <a:rPr lang="en-US" dirty="0"/>
              <a:t>line2 = </a:t>
            </a:r>
            <a:r>
              <a:rPr lang="en-US" dirty="0" err="1"/>
              <a:t>file.readline</a:t>
            </a:r>
            <a:r>
              <a:rPr lang="en-US" dirty="0"/>
              <a:t>()</a:t>
            </a:r>
          </a:p>
          <a:p>
            <a:r>
              <a:rPr lang="en-US" dirty="0"/>
              <a:t>print("Line 2:", line2.strip())</a:t>
            </a:r>
          </a:p>
          <a:p>
            <a:endParaRPr lang="en-US" dirty="0"/>
          </a:p>
          <a:p>
            <a:r>
              <a:rPr lang="en-US" dirty="0" err="1"/>
              <a:t>file.close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943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Readlines</a:t>
            </a:r>
            <a:r>
              <a:rPr lang="en-US" dirty="0" smtClean="0"/>
              <a:t>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= open("sample.txt", "r")</a:t>
            </a:r>
          </a:p>
          <a:p>
            <a:r>
              <a:rPr lang="en-US" dirty="0"/>
              <a:t>lines = </a:t>
            </a:r>
            <a:r>
              <a:rPr lang="en-US" dirty="0" err="1"/>
              <a:t>file.readlines</a:t>
            </a:r>
            <a:r>
              <a:rPr lang="en-US" dirty="0"/>
              <a:t>()</a:t>
            </a:r>
          </a:p>
          <a:p>
            <a:r>
              <a:rPr lang="en-US" dirty="0"/>
              <a:t>print(lines)</a:t>
            </a:r>
          </a:p>
          <a:p>
            <a:r>
              <a:rPr lang="en-US" dirty="0" err="1"/>
              <a:t>file.close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943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With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with statement is used to </a:t>
            </a:r>
            <a:r>
              <a:rPr lang="en-US" b="1" dirty="0"/>
              <a:t>open a file safely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</a:t>
            </a:r>
            <a:r>
              <a:rPr lang="en-US" b="1" dirty="0"/>
              <a:t>automatically closes</a:t>
            </a:r>
            <a:r>
              <a:rPr lang="en-US" dirty="0"/>
              <a:t> the file after the block of code is done — so you don’t need to write </a:t>
            </a:r>
            <a:r>
              <a:rPr lang="en-US" dirty="0" err="1"/>
              <a:t>file.close</a:t>
            </a:r>
            <a:r>
              <a:rPr lang="en-US" dirty="0"/>
              <a:t>() manually.</a:t>
            </a:r>
          </a:p>
        </p:txBody>
      </p:sp>
    </p:spTree>
    <p:extLst>
      <p:ext uri="{BB962C8B-B14F-4D97-AF65-F5344CB8AC3E}">
        <p14:creationId xmlns:p14="http://schemas.microsoft.com/office/powerpoint/2010/main" val="33799436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with </a:t>
            </a:r>
            <a:r>
              <a:rPr lang="en-US" dirty="0"/>
              <a:t>open("example.txt", "w") as file: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file.write</a:t>
            </a:r>
            <a:r>
              <a:rPr lang="en-US" dirty="0"/>
              <a:t>("Python File Handling Example\n")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file.write</a:t>
            </a:r>
            <a:r>
              <a:rPr lang="en-US" dirty="0"/>
              <a:t>("This file is handled using 'with' statement.\n")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file is automatically closed after 'with' block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file.closed</a:t>
            </a:r>
            <a:r>
              <a:rPr lang="en-US" dirty="0"/>
              <a:t>)  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# </a:t>
            </a:r>
            <a:r>
              <a:rPr lang="en-US" dirty="0"/>
              <a:t>Output: True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126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with </a:t>
            </a:r>
            <a:r>
              <a:rPr lang="en-US" dirty="0"/>
              <a:t>open("example.txt", "w") as file: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file.write</a:t>
            </a:r>
            <a:r>
              <a:rPr lang="en-US" dirty="0"/>
              <a:t>("Python File Handling Example\n")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file.write</a:t>
            </a:r>
            <a:r>
              <a:rPr lang="en-US" dirty="0"/>
              <a:t>("This file is handled using 'with' statement.\n")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file is automatically closed after 'with' block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file.closed</a:t>
            </a:r>
            <a:r>
              <a:rPr lang="en-US" dirty="0"/>
              <a:t>)  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# </a:t>
            </a:r>
            <a:r>
              <a:rPr lang="en-US" dirty="0"/>
              <a:t>Output: True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310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Tell()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tell() returns the </a:t>
            </a:r>
            <a:r>
              <a:rPr lang="en-US" b="1" dirty="0"/>
              <a:t>current position</a:t>
            </a:r>
            <a:r>
              <a:rPr lang="en-US" dirty="0"/>
              <a:t> of the file cursor (in bytes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a file is opened, the cursor starts at position </a:t>
            </a:r>
            <a:r>
              <a:rPr lang="en-US" b="1" dirty="0"/>
              <a:t>0</a:t>
            </a:r>
            <a:r>
              <a:rPr lang="en-US" dirty="0"/>
              <a:t> (the beginning).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6483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Seek()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seek(offset) moves the </a:t>
            </a:r>
            <a:r>
              <a:rPr lang="en-US" b="1" dirty="0"/>
              <a:t>file cursor</a:t>
            </a:r>
            <a:r>
              <a:rPr lang="en-US" dirty="0"/>
              <a:t> to a specific position (in bytes) inside the file.</a:t>
            </a:r>
          </a:p>
          <a:p>
            <a:pPr marL="0" indent="0">
              <a:buNone/>
            </a:pPr>
            <a:r>
              <a:rPr lang="en-US" dirty="0"/>
              <a:t>seek(0) → move cursor to </a:t>
            </a:r>
            <a:r>
              <a:rPr lang="en-US" b="1" dirty="0"/>
              <a:t>start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seek(n) → move cursor to </a:t>
            </a:r>
            <a:r>
              <a:rPr lang="en-US" b="1" dirty="0"/>
              <a:t>nth byte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648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6483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6483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6483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6483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6483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648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779</Words>
  <Application>Microsoft Office PowerPoint</Application>
  <PresentationFormat>On-screen Show (4:3)</PresentationFormat>
  <Paragraphs>138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FILE HANDLING</vt:lpstr>
      <vt:lpstr>What is module, package, Library ? </vt:lpstr>
      <vt:lpstr> </vt:lpstr>
      <vt:lpstr>File Handling</vt:lpstr>
      <vt:lpstr>PowerPoint Presentation</vt:lpstr>
      <vt:lpstr>Text files (.txt): </vt:lpstr>
      <vt:lpstr>Binary files:  </vt:lpstr>
      <vt:lpstr>File Handling Steps: </vt:lpstr>
      <vt:lpstr>Opening a file</vt:lpstr>
      <vt:lpstr>modes</vt:lpstr>
      <vt:lpstr>Write to a File</vt:lpstr>
      <vt:lpstr>Read from a File</vt:lpstr>
      <vt:lpstr>Append to a File</vt:lpstr>
      <vt:lpstr>Various properties of file object</vt:lpstr>
      <vt:lpstr>PowerPoint Presentation</vt:lpstr>
      <vt:lpstr>Reading character data from text files</vt:lpstr>
      <vt:lpstr>Read()</vt:lpstr>
      <vt:lpstr>Read(n)</vt:lpstr>
      <vt:lpstr>Readline()</vt:lpstr>
      <vt:lpstr>Readlines()</vt:lpstr>
      <vt:lpstr>With statement</vt:lpstr>
      <vt:lpstr>PowerPoint Presentation</vt:lpstr>
      <vt:lpstr>PowerPoint Presentation</vt:lpstr>
      <vt:lpstr>Tell()</vt:lpstr>
      <vt:lpstr>Seek()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HANDLING</dc:title>
  <dc:creator>SAI</dc:creator>
  <cp:lastModifiedBy>Windows User</cp:lastModifiedBy>
  <cp:revision>35</cp:revision>
  <dcterms:created xsi:type="dcterms:W3CDTF">2006-08-16T00:00:00Z</dcterms:created>
  <dcterms:modified xsi:type="dcterms:W3CDTF">2025-10-14T05:52:32Z</dcterms:modified>
</cp:coreProperties>
</file>